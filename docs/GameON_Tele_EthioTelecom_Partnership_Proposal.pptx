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"/>
            <a:ext cx="9144000" cy="73152"/>
          </a:xfrm>
          <a:prstGeom prst="rect">
            <a:avLst/>
          </a:prstGeom>
          <a:solidFill>
            <a:srgbClr val="1688C9"/>
          </a:solidFill>
          <a:ln w="12700">
            <a:solidFill>
              <a:srgbClr val="1688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31520"/>
            <a:ext cx="2926080" cy="3200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731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 TELECOM PARTNERSHIP PROPOSAL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188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8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GAMING &amp; ENTERTAINMENT PLATFORM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468880"/>
            <a:ext cx="731520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5603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TELEBIRR + MOBILE GAMING + DIGITAL ENTERTAINMENT + COMPETITION + REWARDS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 Telecom Executive Leadership, Digital Business &amp; Commercial Teams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September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3566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STRICTLY CONFIDENTIAL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3794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TELEBIRR ECOSYSTEM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3B70"/>
          </a:solidFill>
          <a:ln w="12700">
            <a:solidFill>
              <a:srgbClr val="0B3B7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&amp; PROPOSED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Digital Gaming Ecosystem for telebirr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8046720" cy="5029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3898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TELEBIRR  &gt;  GAME CENTER  &gt;  GAMEON TELE  &gt;  DISCOVER  &gt;  SELECT  &gt;  ACCESS  &gt;  PLAY  &gt;  SCORE  &gt;  COMPETE  &gt;  REWARD  &gt;  RETURN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89280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expandable digital gaming and entertainment platform designed to provide customers with convenient access to mobile games, competition, rewards and digital monetization opportunities."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395728"/>
            <a:ext cx="393192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4871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Foundation [CURRENT]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8529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21 catalog games configured with 7 core interactive HTML5/WebGL game modules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32369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telebirr SuperApp integration architecture with native wallet display and coin top-ups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36210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Game-specific leaderboards with masked MSISDNs for customer privacy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40050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Multi-lingual framework supporting Amharic, Afaan Oromoo, Tigrinya, and English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395728"/>
            <a:ext cx="393192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4871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8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Opportunity [PROPOSED]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8529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Co-branded or white-label digital gaming portal inside telebirr SuperApp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32369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Carrier billing and telebirr one-click subscriptions (Daily 10 ETB / Weekly 50 ETB / Monthly 100 ETB)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36210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5-Year projected gross consumer revenue opportunity of 215.50M ETB (Base Case)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40050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National tournament cups driving high-frequency SuperApp transactions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MARKET TRANSITION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Opportunity: VAS Transformation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from Traditional VAS to Interactive Digital Entertainment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3886200" cy="324612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356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Telecom VAS (Declining)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739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SHORTCODE &gt; SUBSCRIBED &gt; STATIC CONTENT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16712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One-way static delivery (daily SMS tips, text horoscopes, ringback tones)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269748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Zero engagement stickiness or interactive feedback loops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322783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High customer churn and involuntary subscription drop-offs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3758184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05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Perceived low consumer utility in modern smartphone era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298448"/>
            <a:ext cx="3886200" cy="32461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4356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Gaming Ecosystem (High-Growth)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17739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SUPERAPP &gt; DISCOVER &gt; PLAY &gt; COMPETE &gt; REWARD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92040" y="216712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Rich interactive gameplay with instant zero-install mobile webview access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269748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High daily session frequency (average 15-25 min session durations)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322783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Social competition via live national leaderboards and weekly tournaments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3758184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Micro-transactions and recurring wallet subscriptions powered by telebirr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PILLARS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GameON Tele?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Pillars of the Scalable Gaming Ecosystem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3898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DISCOVER  [CURRENT]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6824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category classification: Puzzle, Arcade, Racing, Action, Sports, Board, Music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029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Search, trending titles, hero carousels &amp; personalized recently played logs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2377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Comprehensive game cards detailing gameplay instructions, controls &amp; coin costs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29844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3898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PLAY  [CURRENT]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6824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Zero-install instant HTML5/WebGL interactive canvas execution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20299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Optimized for low-bandwidth 3G/4G networks with sub-5MB package payloads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2377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mobile-first layout with touch gestures and sound controls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294436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0358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COMPETE  [CURRENT &amp; PROPOSED]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3284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Game-specific leaderboards preventing cross-game distortion [CURRENT]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6758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Masked customer MSISDNs (e.g. 091*****123) for privacy protection [CURRENT]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31520" y="4023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Scheduled daily, weekly, and monthly tournament prize brackets [PROPOSED]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294436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0358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MONETIZE  [CURRENT &amp; PROPOSED]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3284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Coin pay-per-play entry gates with telebirr wallet top-up modal [CURRENT]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36758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Recurring daily, weekly, and monthly VIP all-access subscriptions [PROPOSED]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0" y="4023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integration into telebirr merchant checkout APIs [TARGET]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 PROPOSITION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GameON Tele for Ethio Telecom?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Strategic Alignment with National Digital Strategy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25603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4356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SuperApp Engagement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177393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telebirr from a utility payment tool into an indispensable daily lifestyle and entertainment hub.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298448"/>
            <a:ext cx="25603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4356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Digital Revenue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77393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high-margin non-voice, non-SMS revenue streams via subscriptions, coin packs, and tournament buy-ins.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298448"/>
            <a:ext cx="25603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4356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77393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and streak rewards foster long-term loyalty and curb subscriber churn across telecom services.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944368"/>
            <a:ext cx="25603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081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Demographic Capture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41985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Attracts tech-savvy Gen Z and millennial smartphone users through culturally relevant, localized casual games.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944368"/>
            <a:ext cx="25603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081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 Carrier Billing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341985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one-click deduction from telebirr balances yields industry-leading payment conversion rates.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2944368"/>
            <a:ext cx="25603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3081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Scalable Roadmap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341985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designed to onboard dozens of vetted regional and international titles seamlessly.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CODEBASE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User Experience from Entry to Reward Cycle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150876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0817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Access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709928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GameON Tele icon inside telebirr SuperApp Mini-App directory.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94560" y="1298448"/>
            <a:ext cx="150876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40817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Game Center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1709928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user authentication with telebirr balance and coin wallet initialization.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40480" y="1298448"/>
            <a:ext cx="150876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140817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Discover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1709928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browses curated hero banners, categories, and trending games.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0" y="1298448"/>
            <a:ext cx="150876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40817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Selection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1709928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game details, controls, ratings, and entry access rules.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132320" y="1298448"/>
            <a:ext cx="150876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140817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Entitlement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23760" y="1709928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verifies Free access, deducts coins, or prompts subscription pass.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2944368"/>
            <a:ext cx="150876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05409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Play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355848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full-screen HTML5 game session launches in mobile webview.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194560" y="2944368"/>
            <a:ext cx="150876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305409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Score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3355848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session completes; score is computed and verified against high-score record.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0" y="2944368"/>
            <a:ext cx="1508760" cy="15087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305409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Compete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31920" y="3355848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automatically posted to game-specific national leaderboard.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86400" y="2944368"/>
            <a:ext cx="1508760" cy="15087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305409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Reward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77840" y="3355848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 earn GameON coins or qualify for tournament prize payouts.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132320" y="2944368"/>
            <a:ext cx="1508760" cy="15087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305409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Return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23760" y="3355848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login rewards, rank change alerts, and tournaments drive repeat visits.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SOURCE OF TRUTH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Game Portfolio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Playable &amp; Catalog Titles in Existing Codebase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30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98448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Game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 / Genre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Current Access Model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 &amp; Core Mechanics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7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3B70"/>
                          </a:solidFill>
                        </a:rPr>
                        <a:t>Candy Blast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</a:rPr>
                        <a:t>Puzzle (Match-3)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B45309"/>
                          </a:solidFill>
                        </a:rPr>
                        <a:t>COIN (10 Coins) / Sub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Vibrant honey candy swap match-3 with sugar blast cascading combos and multipliers.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3B70"/>
                          </a:solidFill>
                        </a:rPr>
                        <a:t>World Legends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</a:rPr>
                        <a:t>Puzzle (Trivia)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B45309"/>
                          </a:solidFill>
                        </a:rPr>
                        <a:t>COIN (10 Coins) / Sub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Immersive knowledge adventure covering Ethiopian imperial history, mythology &amp; world lore.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3B70"/>
                          </a:solidFill>
                        </a:rPr>
                        <a:t>Color Rush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</a:rPr>
                        <a:t>Arcade (Reflex)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</a:rPr>
                        <a:t>FREE / Sub Option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High-speed reflex reaction test matching chromatic neon gates and rotating color pulses.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3B70"/>
                          </a:solidFill>
                        </a:rPr>
                        <a:t>Pop Piano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</a:rPr>
                        <a:t>Music / Rhythm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</a:rPr>
                        <a:t>FREE / Sub Option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Rhythm piano tile tap game featuring Ethiopian pop hits, acoustic chords, and global beats.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3B70"/>
                          </a:solidFill>
                        </a:rPr>
                        <a:t>Hill Climb (Hill Rider)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</a:rPr>
                        <a:t>Racing (Physics)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</a:rPr>
                        <a:t>FREE / Sub Option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Physics 2D highland driving balancing pitch over steep rocky gorges and suspension bridges.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3B70"/>
                          </a:solidFill>
                        </a:rPr>
                        <a:t>Pop Balloon (Archery Strike)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</a:rPr>
                        <a:t>Arcade (Reflex)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</a:rPr>
                        <a:t>FREE / Sub Option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Fast-paced precision reflex game popping vibrant descending colored balloons.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3B70"/>
                          </a:solidFill>
                        </a:rPr>
                        <a:t>Dama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</a:rPr>
                        <a:t>Board (Strategy)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</a:rPr>
                        <a:t>FREE / Sub Option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Traditional Ethiopian draughts/checkers board game with authentic cultural rules.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3B70"/>
                          </a:solidFill>
                        </a:rPr>
                        <a:t>+14 Extended Catalog Games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475569"/>
                          </a:solidFill>
                        </a:rPr>
                        <a:t>Multi-Genre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</a:rPr>
                        <a:t>FREE / Sub Options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Juicy Match, Solitaire, Puzzle Block, Sorting Balls, Bubble Shooter, Memory Match, Helix Jump, etc.</a:t>
                      </a:r>
                      <a:endParaRPr lang="en-US" sz="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Categories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Genre Allocation vs. Proposed Future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393192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35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Genre Allocation [CURRENT]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8013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Puzzle (8 Titles): Candy Blast, World Legends, Juicy Match, Solitaire, Memory Match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1762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Arcade (5 Titles): Color Rush, Helix Jump, Crazy Colors, Knife Madness, Pop Balloon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25511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Racing (2 Titles): Hill Climb (Hill Rider), Moto Race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 (1 Title): Fruit Slice (fast-paced blade swiping)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" y="330098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Sports (2 Titles): Soccer Ping Pong, Soccer Shooter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31520" y="36758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Board (1 Title): Dama (Traditional Ethiopian Checkers)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31520" y="4050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Music (1 Title): Pop Piano (Ethiopian melodies &amp; rhythm beats)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1298448"/>
            <a:ext cx="393192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435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8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Scalable Categories [PROPOSED]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18470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Strategy &amp; Tactics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0756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defense, kingdom management, tactical turn-based battle games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24871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Educational &amp; Edutainment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7157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challenges, language learning, historical Ethiopian trivia quests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0" y="31272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Multiplayer Turn-Based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3558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and asynchronous multiplayer chess, dominoes, and cards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37673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Hyper-Casual Minis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9959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30-second reflex games designed for quick transit play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ZERO-INSTALL ENGINE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Gaming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 'Play What You Want, When You Want'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35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Store Barrier [CURRENT]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5564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zero downloads from Google Play or Apple App Store. Operates smoothly directly within telebirr SuperApp webview, preserving device storage and mobile data.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29844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35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Sub-5MB Lightweight Footprint [CURRENT]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75564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game is architected with modular bundle separation, asset compression, and client-side caching to load in under 3 seconds on standard 3G/4G connections.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94436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815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Entitlement Gateway [CURRENT]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40156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game canvas mounts, the EntitlementService verifies authorization (Free tier, active coin session, or active VIP subscription).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94436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0815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Server-Authoritative Validation [PROPOSED]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40156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evolution to remote anti-cheat server validation to guarantee tournament fairness, secure score hashing, and audited cash disbursements.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Monetization Models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Synergistic Revenue Streams for telebirr Integration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081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FREE ACCESS  [CURRENT IN CODEBASE]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16824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Mass User Acquisition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93852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gameplay with zero monetary barrier. Acts as the primary top-of-funnel discovery mechanism to drive daily active user volume and social engagement.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29844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4081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COIN GAMING  [CURRENT IN CODEBASE]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16824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Casual Pay-Per-Play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93852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spend virtual coins (e.g. 10 coins) for session access or continues. Coins are topped up via telebirr wallet billing (10 ETB to 100 ETB packs).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294436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0540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SUBSCRIPTIONS  [CURRENT ENGINE / PROPOSED PRICING]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332841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Predictable Recurring Revenue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58444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All-Access VIP Passes offering unlimited gameplay across all titles, zero coin deductions, and exclusive tournament entry privileges.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294436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540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ONE-TIME PURCHASES  [PROPOSED EXPANSION]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332841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Premium Passes &amp; Tournaments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358444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game licenses, special tournament championship tickets, and seasonal cosmetic or booster item bundles.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PROPOSED PRICING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Subscription Pricing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Tiered Tariff Architecture for telebirr Subscribers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8046720" cy="2560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5272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SUBJECT TO ETHIO TELECOM COMMERCIAL APPROVAL &amp; REGULATORY REVIEW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572768"/>
            <a:ext cx="2560320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VIP PASS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19842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ETB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580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 Access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76148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Unlimited play across all 21+ games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31520" y="30906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Zero coin entry deductions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31520" y="34198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Includes 50 bonus daily coins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31520" y="3749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 leaderboard eligibility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40782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Auto-renewing or one-time option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91840" y="1572768"/>
            <a:ext cx="2560320" cy="306324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17099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VIP PASS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19842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ETB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42900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Access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276148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Save ~28% compared to daily passes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0" y="30906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Unlimited play across all catalog titles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0" y="34198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Includes 250 bonus weekly coins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0" y="3749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1 Free Weekly Tournament Entry Ticket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0" y="40782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telebirr auto-debit support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35040" y="1572768"/>
            <a:ext cx="2560320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17099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VIP PASS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19842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ETB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17220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Access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276148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Save ~67% compared to daily rate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17920" y="30906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Permanent VIP badge on national leaderboards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17920" y="341985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Includes 600 bonus monthly coins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17920" y="374904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Priority entry to all cash tournaments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17920" y="40782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Highest customer LTV driver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ECONOMY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Gaming Economy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Micro-Transaction Engine &amp; Virtual Currency Lifecycle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of 30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2984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Coin Lifecycle Flow: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572768"/>
            <a:ext cx="150876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6420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Game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coin-required game (e.g. Candy Blast - 10 Coins)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94560" y="1572768"/>
            <a:ext cx="150876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166420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Balance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0" y="192024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EntitlementService checks local/wallet coin holdings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0480" y="1572768"/>
            <a:ext cx="150876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66420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 / Top-Up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31920" y="192024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Coins deducted or user prompted with telebirr top-up pack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0" y="1572768"/>
            <a:ext cx="150876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66420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2-Hour Pass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77840" y="192024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entitlement generated with unique transaction reference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32320" y="1572768"/>
            <a:ext cx="150876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664208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&amp; Compete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23760" y="192024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posted to leaderboard; top players win coin payouts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28072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telebirr Coin Top-Up Packs (Configured in Codebase):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81528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Bundle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Coin Quantity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telebirr Price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Bonus Incentive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7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3B70"/>
                          </a:solidFill>
                        </a:rPr>
                        <a:t>Starter Pack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50 Coins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10 ETB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5309"/>
                          </a:solidFill>
                        </a:rPr>
                        <a:t>Standard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3B70"/>
                          </a:solidFill>
                        </a:rPr>
                        <a:t>Gamer Pack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120 Coins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20 ETB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5309"/>
                          </a:solidFill>
                        </a:rPr>
                        <a:t>+20% Bonus Coins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3B70"/>
                          </a:solidFill>
                        </a:rPr>
                        <a:t>Champion Pack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350 Coins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50 ETB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5309"/>
                          </a:solidFill>
                        </a:rPr>
                        <a:t>+40% Bonus Coins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B3B70"/>
                          </a:solidFill>
                        </a:rPr>
                        <a:t>Legend Pack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800 Coins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</a:rPr>
                        <a:t>100 ETB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45309"/>
                          </a:solidFill>
                        </a:rPr>
                        <a:t>+60% Bonus Coins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ENGINE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Game-Specific Competition with Privacy-Preserving MSISDN Masking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35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Game Independence [CURRENT]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73936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game maintains its own dedicated leaderboard. No cross-game score mixing ensures competitive integrity between puzzle, arcade, and racing players.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29844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35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Privacy Masking [CURRENT]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773936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numbers displayed publicly are strictly masked (e.g. 091*****456). Complies with national privacy standards while celebrating real winners.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94436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815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Rank Calculation [CURRENT]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419856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see their exact rank and personal high score against the national player pool, driving replay desire and competitive banter.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94436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0815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Reward Payouts [PROPOSED]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419856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daily and weekly performers receive automated coin rewards or telebirr cash drops, creating a compelling reason to return every 24 hours.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BRACKETS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 &amp; Rewards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Competitive Esports Framework for telebirr Users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8046720" cy="2560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5272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PRIZE STRUCTURES SUBJECT TO COMMERCIAL APPROVAL &amp; REGULATORY COMPLIANCE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572768"/>
            <a:ext cx="393192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6824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Sprint Cups (24-Hour Cycle)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195681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10 Coins / Free for VIPs  |  Reward: Coin Prize Pool (e.g. 5,000 Coins)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21284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daily high-score contests rewarding rapid reflex and precision play.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572768"/>
            <a:ext cx="393192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6824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telebirr Championship (7-Day Cycle)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95681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25 Coins or 5 ETB Pass  |  Reward: Cash / Airtime / Data Rewards (in ETB)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221284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weekend tournament driving massive engagement spikes across the SuperApp.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3127248"/>
            <a:ext cx="393192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236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Grand Invitational (30-Day Cycle)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5112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Qualifying Rank Required  |  Reward: Grand Prize Pool (ETB &amp; Devices)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76732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leaderboard qualifiers compete for major national gaming recognition.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3127248"/>
            <a:ext cx="393192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236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Corporate Cups (Campaign-Based)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5112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Free or Telecom Data Bundle  |  Reward: Co-Branded Sponsor Prizes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376732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branded events for Ethio Telecom products, smartphones, or third-party sponsors.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SCALABILITY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Game Scalability Roadmap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Content Expansion from 21 Current Titles to 100+ Ecosystem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8046720" cy="2560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5272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100+ GAMES REPRESENT A FUTURE SCALABILITY TARGET, NOT THE CURRENT CATALOG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572768"/>
            <a:ext cx="8046720" cy="5486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099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Current Base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1709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8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Games [CURRENT]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7099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Core Interactive Games (Candy Blast, World Legends, etc.) + 14 Catalog Titles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194560"/>
            <a:ext cx="80467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Pilot Expansion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8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Games [PROPOSED]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331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Ethiopian cultural games, expanded trivia, and multi-difficulty casual racing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816352"/>
            <a:ext cx="80467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9535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Studio Integrations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2953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8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Games [TARGET]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953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licensed HTML5 casual titles from verified global gaming publishers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438144"/>
            <a:ext cx="80467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5753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Developer SDK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0" y="35753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8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Games [TARGET]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35753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GameON Tele SDK to local Ethiopian developers and university tech hubs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059936"/>
            <a:ext cx="80467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1970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Scaled Ecosystem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0" y="41970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8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Games [TARGET]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41970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entertainment portal covering every demographic and casual genre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FLYWHEEL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Engagement Flywheel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Self-Reinforcing Growth Loop Driving Sustained Platform Expansion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192024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4356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More Games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portfolio increases variety and broad appeal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06040" y="1298448"/>
            <a:ext cx="192024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4356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More Choice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173736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finds genres suited to their taste and device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298448"/>
            <a:ext cx="192024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4356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More Playtime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73736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session times and multi-game daily exploration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20840" y="1298448"/>
            <a:ext cx="192024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4356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More Competition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173736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rankings spark social rivalry and rematches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2944368"/>
            <a:ext cx="192024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0815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Higher Return Rate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338328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streak rewards and new tournaments prompt return visits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06040" y="2944368"/>
            <a:ext cx="192024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0815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Higher Monetization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338328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coin purchases and conversion to recurring VIP passes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2944368"/>
            <a:ext cx="192024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0815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Reinvestment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38328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Revenues fund bigger tournament prize pools and premium game licensing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VALUE PROPOSITION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to Ethio Telecom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Strategic &amp; Commercial Upside for the Telecom Operator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80467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356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High-Margin Digital Revenue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0" y="14356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Monetizes millions of casual micro-transactions and recurring monthly subscriptions with minimal infrastructure overhead.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80467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057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SuperApp Stickiness &amp; Daily Active Users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2057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telebirr from an occasional payment tool into a high-frequency daily destination, lifting core financial services engagement.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2542032"/>
            <a:ext cx="80467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6791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Data Bundle Uplift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49040" y="26791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interactive gaming increases mobile data consumption, driving sales of 4G/5G daily and weekly entertainment data packages.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3163824"/>
            <a:ext cx="80467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3009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Demographic Affinity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330098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Solidifies Ethio Telecom's brand leadership among Gen-Z and millennials by delivering culturally relevant, localized entertainment.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785616"/>
            <a:ext cx="80467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227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Moat Against Competitors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49040" y="392277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proprietary, rich gaming ecosystem creates an exclusive lifestyle moat that competitors cannot easily replicate.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VALUE PROPOSITION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to GameON Tele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Synergy through National Scale and Trusted Infrastructure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80467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356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Unrivaled National Distribution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49040" y="143560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Ethio Telecom's massive subscriber base of 75M+ mobile users across all regional states.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075688"/>
            <a:ext cx="80467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2128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 telebirr Micro-Payments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49040" y="221284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carrier direct billing bypassing traditional credit card barriers that restrict digital purchases in Ethiopia.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852928"/>
            <a:ext cx="80467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9900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Telecom Co-Branding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49040" y="299008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Partnering with Ethiopia's historic telecommunications leader establishes instant credibility, security, and consumer trust.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630168"/>
            <a:ext cx="80467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7673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Ecosystem Scaling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49040" y="376732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long-term investment into regional game development, local developer grants, and esports tournament infrastructure.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CAPABILITIES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Experience &amp; Technical Capabilities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Technical Foundations Grounded in Delivered Technology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8046720" cy="2560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5272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BASED ON DELIVERED PLATFORM ASSETS &amp; VERIFIED ENGINEERING FOUNDATIONS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572768"/>
            <a:ext cx="80467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099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HTML5 / WebGL Game Engineering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7099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capability in building lightweight, responsive, low-latency 2D and 3D web games optimized for mobile processors and varied screen ratios.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350008"/>
            <a:ext cx="80467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4871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Mini-App &amp; SuperApp Integration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248716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architectural expertise in embedding secure webview portals, OAuth session handshakes, and wallet billing flows inside host applications.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127248"/>
            <a:ext cx="80467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644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Multi-Tiered Entitlement &amp; Billing Logic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32644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entitlement management supporting free tiers, virtual token mechanics, timed session passes, and recurring subscription states.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3904488"/>
            <a:ext cx="80467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416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Cultural Game Design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0" y="404164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ability to produce authentic Ethiopian games (Dama, World Legends historical trivia, Pop Piano Ethiopian rhythms) with full 4-language support.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&amp; Co-Branding Flexibility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Branding Architectures Tailored to Ethio Telecom Strategy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8046720" cy="914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3560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'Powered by telebirr' (Co-Branded)  [CURRENT DESIGN]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37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operates with prominent telebirr co-branding, reinforcing the SuperApp wallet integration while highlighting specialized gaming curation.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350008"/>
            <a:ext cx="80467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4871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Full Ethio Telecom White-Label  [PROPOSED CAPABILITY]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788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fully branded under Ethio Telecom corporate identity (e.g. 'TelePlay', 'EthioGames', or 'telebirr Game Hub') with custom corporate guidelines.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401568"/>
            <a:ext cx="804672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387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C: Campaign &amp; Sponsor Theming  [PROPOSED CAPABILITY]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8404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theming engine allows seasonal reskinning for national holidays (Enkutatash, Meskel, Eid) and corporate sponsors.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Operating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Division of Roles for Seamless Joint Execution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393192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35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 TELECOM RESPONSIBILITIES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8013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Customer Reach: Access to 75M+ mobile network subscribers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3317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SuperApp Placement: Prominent icon and banner placement in telebirr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286207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Carrier Billing &amp; Wallet: Direct debit API and wallet balance settlement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339242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Marketing &amp; Promotion: National SMS campaigns, social media, and data bundling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" y="392277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Regulatory Oversight: Regulatory notifications, lottery/gaming compliance &amp; approvals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298448"/>
            <a:ext cx="3931920" cy="3246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435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8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RESPONSIBILITIES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8013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Platform &amp; Infrastructure: Cloud hosting, 99.9% uptime SLA, low-latency CDN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23317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Game Catalog: Continuous sourcing, localization, QA testing, and content refreshes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0" y="286207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Tournament Operations: Bracket management, anti-cheat score auditing, prize validation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339242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Integration &amp; Support: API maintenance, tier-2 technical escalation, telemetry analytics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392277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Product Innovation: New feature rollouts, seasonal events, and developer SDK onboarding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REVENUE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Multi-Stream Revenue Generation Framework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8046720" cy="2560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5272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SUBJECT TO FINAL COMMERCIAL NEGOTIATION &amp; CONTRACTUAL AGREEMENT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572768"/>
            <a:ext cx="80467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09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Recurring Subscriptions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1984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 Driver (~65-70%)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66160" y="17099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(10 ETB), Weekly (50 ETB), and Monthly (100 ETB) VIP passes billed automatically via telebirr balance.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2350008"/>
            <a:ext cx="80467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487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Coin Micro-Purchases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27614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Driver (~20-25%)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66160" y="24871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coin bundles (10, 20, 50, 100 ETB) purchased by casual players for individual game sessions and extra continues.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3127248"/>
            <a:ext cx="80467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264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Tournament Buy-Ins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35387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High-Engagement Margin (~5-8%)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66160" y="32644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ticketed entry fees for premium weekend cash cups and championship brackets.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3904488"/>
            <a:ext cx="804672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041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Brand Sponsorships &amp; Ads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" y="43159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Growth Stream (~3-5%)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566160" y="40416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 brand placements, sponsored tournament cups, and native telecom promotional banners.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BASE-CASE FORECAST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Business Case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Growth Model Projecting 215.50M ETB Gross Revenue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8046720" cy="2560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5272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ILLUSTRATIVE BASE-CASE GROSS CONSUMER GAMING REVENUE — NOT A GUARANTEE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Year 1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Year 4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Year 5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5-Yr Total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7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Monthly Active Users (MAU)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100,000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250,000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500,000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800,000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1,200,000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</a:rPr>
                        <a:t>1.20M Peak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Paid Conversion Rate (%)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8.0%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9.0%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10.0%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11.0%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12.0%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</a:rPr>
                        <a:t>10.0% Avg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Coin User Rate (%)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5.0%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7.0%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9.0%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11.0%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13.0%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</a:rPr>
                        <a:t>9.0% Avg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Gross Annual Revenue (ETB)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3.60M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11.91M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30.36M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60.19M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109.44M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</a:rPr>
                        <a:t>215.50M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3401568"/>
            <a:ext cx="19202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51129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Baseline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" y="3749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3.60M ETB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41788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launch ramp with 100K MAU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2606040" y="3401568"/>
            <a:ext cx="19202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97480" y="351129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Scale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697480" y="3749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30.36M ETB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697480" y="41788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Matured subscription base at 500K MAU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663440" y="3401568"/>
            <a:ext cx="19202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351129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Peak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54880" y="3749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109.44M ETB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754880" y="41788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 MAU with 12% paid conversion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6720840" y="3401568"/>
            <a:ext cx="19202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12280" y="351129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Cumulative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12280" y="3749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215.50M ETB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12280" y="41788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high-margin digital cash flow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COMMERCIAL SCENARIO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Commercial Scenario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55% / 45% Net Revenue Share Scenario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8046720" cy="2560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5272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ILLUSTRATIVE COMMERCIAL SCENARIO — NOT A CONTRACTUAL COMMERCIAL OFFER. Subject to commercial negotiation, taxes, fees, payment economics, regulatory requirements, prize treatment, operating costs, and final agreement.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15727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Baseline Split: Ethio Telecom (55%) / GameON Tele (45%)</a:t>
            </a:r>
            <a:endParaRPr lang="en-US" sz="10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92808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210312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Gross Revenue (ETB)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Ethio Telecom Share (55%)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GameON Tele Share (45%)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7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Year 1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3.60M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5803D"/>
                          </a:solidFill>
                        </a:rPr>
                        <a:t>~1.98M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688C9"/>
                          </a:solidFill>
                        </a:rPr>
                        <a:t>~1.62M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Year 2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11.91M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5803D"/>
                          </a:solidFill>
                        </a:rPr>
                        <a:t>~6.55M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688C9"/>
                          </a:solidFill>
                        </a:rPr>
                        <a:t>~5.36M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Year 3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30.36M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5803D"/>
                          </a:solidFill>
                        </a:rPr>
                        <a:t>~16.70M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688C9"/>
                          </a:solidFill>
                        </a:rPr>
                        <a:t>~13.66M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Year 4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60.19M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5803D"/>
                          </a:solidFill>
                        </a:rPr>
                        <a:t>~33.10M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688C9"/>
                          </a:solidFill>
                        </a:rPr>
                        <a:t>~27.09M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Year 5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109.44M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5803D"/>
                          </a:solidFill>
                        </a:rPr>
                        <a:t>~60.19M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688C9"/>
                          </a:solidFill>
                        </a:rPr>
                        <a:t>~49.25M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5-Year Total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</a:rPr>
                        <a:t>215.50M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</a:rPr>
                        <a:t>~118.53M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88C9"/>
                          </a:solidFill>
                        </a:rPr>
                        <a:t>~96.98M ETB</a:t>
                      </a:r>
                      <a:endParaRPr lang="en-US" sz="8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37673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Ethio Telecom captures ~118.53M ETB in high-margin non-voice revenue over 5 years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" y="405993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GameON Tele reinvests ~96.98M ETB into platform hosting, game licensing, and local developer ecosystem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48640" y="435254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 processing fees, prize allocations, and statutory taxes accounted for per contractual terms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MODELING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Sensitivity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Stress-Testing Scenarios across Conservative, Base Case, and Upside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8046720" cy="2560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5272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MODELING PURPOSES ONLY — ACTUAL RESULTS WILL VARY BASED ON MARKET DYNAMICS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572768"/>
            <a:ext cx="2560320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099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Scenario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011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107.75M ETB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Gross Consumer Revenue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85800" y="2715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 Share (55%): ~59.26M ETB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9900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MAU: 600,000 MAU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31520" y="323697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Conversion: 6.0% - 8.0%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31520" y="3511296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Assumptions: Slower SuperApp promotion, lower discretionary digital spend, baseline 30-game catalog.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91840" y="1572768"/>
            <a:ext cx="2560320" cy="306324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17099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Scenario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2011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215.50M ETB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2900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Gross Consumer Revenue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429000" y="2715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 Share (55%): ~118.53M ETB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29900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MAU: 1,200,000 MAU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0" y="323697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Conversion: 8.0% - 12.0%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0" y="3511296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Assumptions: Active telebirr feature placement, regular SMS campaigns, full 100+ game roadmap execution.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35040" y="1572768"/>
            <a:ext cx="2560320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7099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Scenario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2011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310.20M ETB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17220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Gross Consumer Revenue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172200" y="2715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 Share (55%): ~170.61M ETB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29900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MAU: 2,000,000 MAU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17920" y="323697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Conversion: 10.0% - 15.0%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17920" y="3511296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Assumptions: Viral esports tournaments, corporate sponsor sponsorships, nationwide university gaming leagues.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Strategic Measurement Quadrants for Platform Performance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081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Customer Reach &amp; Scale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168249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Active Users (DAU) &amp; Monthly Active Users (MAU)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193852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DAU / MAU Stickiness Ratio (Target: &gt;22%)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21945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Customer Acquisition Velocity &amp; Conversion Rate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245059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Subscriber Churn Rate (Target: &lt;7%)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29844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4081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Monetization &amp; Economics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168249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Paid Conversion % (Free to Paid/Coin User)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193852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Revenue Per User (ARPU) &amp; ARPPU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21945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telebirr Billing Authorization Success Rate (&gt;98%)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0" y="245059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Gross Platform Gaming Revenue (ETB per Month)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294436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0540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Engagement &amp; Retention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332841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Daily Session Length (Target: 15-20 min)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1520" y="358444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Day-1, Day-7, and Day-30 User Retention Rates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1520" y="38404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Game Sessions Per Active User (Target: 3.5)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31520" y="40965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Leaderboard and Tournament Participation Rates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2944368"/>
            <a:ext cx="3931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0540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Content &amp; Catalog Health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332841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5 Games by Playtime &amp; Coin Consumption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46320" y="358444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 Popularity Distribution (Puzzle vs Arcade)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46320" y="38404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Game Adoption Velocity (First 14 Days)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0" y="409651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Game Session Crash / Error Rate (&lt;0.1%)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SPECIFICATION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Program Proposal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90-Day Market Validation in Controlled Environment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8046720" cy="2560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5272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CONDUCTED WITHOUT REQUIRING ANY CORE APPLICATION REDESIGN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572768"/>
            <a:ext cx="39319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6824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Portfolio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193852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current 7 core modular games (Candy Blast, World Legends, etc.) + selected catalog titles to test breadth.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572768"/>
            <a:ext cx="39319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824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Cohort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193852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launch cohort of 25,000 to 50,000 active telebirr smartphone users in urban hubs.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2715768"/>
            <a:ext cx="39319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8254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Testing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308152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10 ETB Starter Coin Packs and Daily/Weekly VIP Pass conversion under promotional tariffs.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2715768"/>
            <a:ext cx="393192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8254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Tournament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308152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verified weekly telebirr tournament cup with 10,000 ETB in sponsored prize distributions.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3904488"/>
            <a:ext cx="8046720" cy="868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995928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Success Milestones: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1520" y="427024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Achieve &gt;65% game session completion rate    |    ✔ Achieve &gt;8% conversion to coin purchase or VIP trial    |    ✔ Achieve &gt;25% Day-7 user retention rate    |    ✔ Validate 100% accurate telebirr wallet settlement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Structured Phases from Technical Sandbox to 100+ Ecosystem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8046720" cy="2560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25272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DATES AND TIMELINES MUTUALLY AGREED UPON SIGNING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572768"/>
            <a:ext cx="8046720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6824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20240" y="16824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Sandbox Validation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0" y="16824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telebirr API sandbox integration, security audit &amp; billing validation.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2103120"/>
            <a:ext cx="8046720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2128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2024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Pilot Launch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0" y="2212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pilot with 50K users, testing coin top-ups, leaderboards, and support.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2633472"/>
            <a:ext cx="8046720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7432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20240" y="2743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SuperApp Launch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0" y="2743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nationwide launch, high-visibility telebirr icon, SMS marketing push.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3163824"/>
            <a:ext cx="8046720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2735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920240" y="32735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Catalog Expansion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0" y="3273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to 50+ diverse games, seasonal events, and regional game localization.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" y="3694176"/>
            <a:ext cx="8046720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8039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920240" y="38039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 &amp; Tournament Scale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0" y="38039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 weekly championships, sponsor branding, enterprise partnerships.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" y="4224528"/>
            <a:ext cx="8046720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3342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920240" y="43342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Game Scaled Ecosystem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0" y="43342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digital entertainment hub with local game developer incubator.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PARTNERSHIP ASK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754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Action Plan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Concrete Steps to Launch the Joint Digital Gaming Ecosystem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25400">
            <a:solidFill>
              <a:srgbClr val="70C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091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731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× ETHIO TELECOM PARTNERSHIP PROPOSAL |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498080" y="4773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 of 30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298448"/>
            <a:ext cx="39319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3898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Strategic Executive Briefing: Present proposal to Ethio Telecom Digital Business leadership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298448"/>
            <a:ext cx="39319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898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Technical Architecture Review: Align on telebirr Mini-App integration &amp; OAuth protocols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1920240"/>
            <a:ext cx="39319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Commercial Framework Agreement: Finalize revenue share and billing economics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920240"/>
            <a:ext cx="39319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Tariff Validation: Submit proposed 10/50/100 ETB subscription tariffs for commercial signoff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2542032"/>
            <a:ext cx="39319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6334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Regulatory Review: Complete national lottery / gaming compliance assessments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542032"/>
            <a:ext cx="39319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6334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Sandbox Pilot Approval: Authorize 90-day pilot deployment in controlled user environment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163824"/>
            <a:ext cx="39319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2552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Pilot Execution: Monitor user telemetry, payment flows, and retention metrics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3163824"/>
            <a:ext cx="39319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2552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Joint Performance Evaluation: Review pilot milestone achievements against success criteria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3785616"/>
            <a:ext cx="39319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87705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Nationwide Commercial Launch: Execute coordinated marketing and SuperApp feature rollout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3785616"/>
            <a:ext cx="39319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87705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Long-Term Scaling: Progressive expansion toward the 100+ game entertainment roadmap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731520"/>
            <a:ext cx="2560320" cy="3200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" y="1188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&amp; Joint Vision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8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Ethiopia's Premier Digital Gaming &amp; Lifestyle Ecosystem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377440"/>
            <a:ext cx="731520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4688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TELEBIRR × GAMEON TELE × GAMING × DIGITAL ENTERTAINMENT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"Transforming telecom connectivity into interactive, high-value digital lifestyle experiences for 75M+ Ethiopians."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strictly for strategic partnership discussion between GameON Tele and Ethio Telecom.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GameON Tele Engineering &amp; Commercial Partnership Office | September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3B70"/>
          </a:solidFill>
          <a:ln w="12700">
            <a:solidFill>
              <a:srgbClr val="0B3B7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GameON Tele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GameON Tele - Ethio Telecom Partnership Proposal</dc:title>
  <dc:subject>PptxGenJS Presentation</dc:subject>
  <dc:creator>GameON Tele Strategic Alliances</dc:creator>
  <cp:lastModifiedBy>GameON Tele Strategic Alliances</cp:lastModifiedBy>
  <cp:revision>1</cp:revision>
  <dcterms:created xsi:type="dcterms:W3CDTF">2026-09-09T09:33:54Z</dcterms:created>
  <dcterms:modified xsi:type="dcterms:W3CDTF">2026-09-09T09:33:54Z</dcterms:modified>
</cp:coreProperties>
</file>